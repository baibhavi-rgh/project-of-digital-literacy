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Canva Sans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-538549"/>
            <a:ext cx="7286805" cy="4226347"/>
          </a:xfrm>
          <a:custGeom>
            <a:avLst/>
            <a:gdLst/>
            <a:ahLst/>
            <a:cxnLst/>
            <a:rect l="l" t="t" r="r" b="b"/>
            <a:pathLst>
              <a:path w="7286805" h="4226347">
                <a:moveTo>
                  <a:pt x="0" y="0"/>
                </a:moveTo>
                <a:lnTo>
                  <a:pt x="7286805" y="0"/>
                </a:lnTo>
                <a:lnTo>
                  <a:pt x="7286805" y="4226347"/>
                </a:lnTo>
                <a:lnTo>
                  <a:pt x="0" y="42263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0608400" y="6569971"/>
            <a:ext cx="8207737" cy="4760487"/>
          </a:xfrm>
          <a:custGeom>
            <a:avLst/>
            <a:gdLst/>
            <a:ahLst/>
            <a:cxnLst/>
            <a:rect l="l" t="t" r="r" b="b"/>
            <a:pathLst>
              <a:path w="8207737" h="4760487">
                <a:moveTo>
                  <a:pt x="0" y="0"/>
                </a:moveTo>
                <a:lnTo>
                  <a:pt x="8207737" y="0"/>
                </a:lnTo>
                <a:lnTo>
                  <a:pt x="8207737" y="4760487"/>
                </a:lnTo>
                <a:lnTo>
                  <a:pt x="0" y="47604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6172200"/>
            <a:ext cx="4302548" cy="4114800"/>
          </a:xfrm>
          <a:custGeom>
            <a:avLst/>
            <a:gdLst/>
            <a:ahLst/>
            <a:cxnLst/>
            <a:rect l="l" t="t" r="r" b="b"/>
            <a:pathLst>
              <a:path w="4302548" h="4114800">
                <a:moveTo>
                  <a:pt x="0" y="0"/>
                </a:moveTo>
                <a:lnTo>
                  <a:pt x="4302548" y="0"/>
                </a:lnTo>
                <a:lnTo>
                  <a:pt x="4302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3985452" y="107138"/>
            <a:ext cx="4302548" cy="4114800"/>
          </a:xfrm>
          <a:custGeom>
            <a:avLst/>
            <a:gdLst/>
            <a:ahLst/>
            <a:cxnLst/>
            <a:rect l="l" t="t" r="r" b="b"/>
            <a:pathLst>
              <a:path w="4302548" h="4114800">
                <a:moveTo>
                  <a:pt x="0" y="0"/>
                </a:moveTo>
                <a:lnTo>
                  <a:pt x="4302548" y="0"/>
                </a:lnTo>
                <a:lnTo>
                  <a:pt x="4302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50450" y="4375899"/>
            <a:ext cx="13752909" cy="1368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9"/>
              </a:lnSpc>
              <a:spcBef>
                <a:spcPct val="0"/>
              </a:spcBef>
            </a:pPr>
            <a:r>
              <a:rPr lang="en-US" sz="8007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Digital Literacy for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56708" y="8315534"/>
            <a:ext cx="4502592" cy="1345149"/>
          </a:xfrm>
          <a:custGeom>
            <a:avLst/>
            <a:gdLst/>
            <a:ahLst/>
            <a:cxnLst/>
            <a:rect l="l" t="t" r="r" b="b"/>
            <a:pathLst>
              <a:path w="4502592" h="1345149">
                <a:moveTo>
                  <a:pt x="0" y="0"/>
                </a:moveTo>
                <a:lnTo>
                  <a:pt x="4502592" y="0"/>
                </a:lnTo>
                <a:lnTo>
                  <a:pt x="4502592" y="1345149"/>
                </a:lnTo>
                <a:lnTo>
                  <a:pt x="0" y="1345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028700"/>
            <a:ext cx="4853855" cy="1450089"/>
          </a:xfrm>
          <a:custGeom>
            <a:avLst/>
            <a:gdLst/>
            <a:ahLst/>
            <a:cxnLst/>
            <a:rect l="l" t="t" r="r" b="b"/>
            <a:pathLst>
              <a:path w="4853855" h="1450089">
                <a:moveTo>
                  <a:pt x="0" y="0"/>
                </a:moveTo>
                <a:lnTo>
                  <a:pt x="4853855" y="0"/>
                </a:lnTo>
                <a:lnTo>
                  <a:pt x="4853855" y="1450089"/>
                </a:lnTo>
                <a:lnTo>
                  <a:pt x="0" y="1450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427366">
            <a:off x="11269511" y="-211791"/>
            <a:ext cx="8134369" cy="2480983"/>
          </a:xfrm>
          <a:custGeom>
            <a:avLst/>
            <a:gdLst/>
            <a:ahLst/>
            <a:cxnLst/>
            <a:rect l="l" t="t" r="r" b="b"/>
            <a:pathLst>
              <a:path w="8134369" h="2480983">
                <a:moveTo>
                  <a:pt x="0" y="0"/>
                </a:moveTo>
                <a:lnTo>
                  <a:pt x="8134369" y="0"/>
                </a:lnTo>
                <a:lnTo>
                  <a:pt x="8134369" y="2480982"/>
                </a:lnTo>
                <a:lnTo>
                  <a:pt x="0" y="2480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400" y="-1"/>
            <a:ext cx="18135600" cy="12385061"/>
          </a:xfrm>
          <a:custGeom>
            <a:avLst/>
            <a:gdLst/>
            <a:ahLst/>
            <a:cxnLst/>
            <a:rect l="l" t="t" r="r" b="b"/>
            <a:pathLst>
              <a:path w="9301080" h="12572448">
                <a:moveTo>
                  <a:pt x="0" y="0"/>
                </a:moveTo>
                <a:lnTo>
                  <a:pt x="9301080" y="0"/>
                </a:lnTo>
                <a:lnTo>
                  <a:pt x="9301080" y="12572448"/>
                </a:lnTo>
                <a:lnTo>
                  <a:pt x="0" y="12572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165" b="-80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Custom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Canva Sans</vt:lpstr>
      <vt:lpstr>Calibri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Literacy for Students</dc:title>
  <cp:lastModifiedBy>bira rout</cp:lastModifiedBy>
  <cp:revision>2</cp:revision>
  <dcterms:created xsi:type="dcterms:W3CDTF">2006-08-16T00:00:00Z</dcterms:created>
  <dcterms:modified xsi:type="dcterms:W3CDTF">2026-03-31T10:00:01Z</dcterms:modified>
  <dc:identifier>DAHFgSRK1Lk</dc:identifier>
</cp:coreProperties>
</file>