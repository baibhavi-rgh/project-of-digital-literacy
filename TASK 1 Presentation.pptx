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18288000" cy="10287000"/>
  <p:notesSz cx="6858000" cy="9144000"/>
  <p:embeddedFontLst>
    <p:embeddedFont>
      <p:font typeface="Canva Sans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754" y="10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-538549"/>
            <a:ext cx="7286805" cy="4226347"/>
          </a:xfrm>
          <a:custGeom>
            <a:avLst/>
            <a:gdLst/>
            <a:ahLst/>
            <a:cxnLst/>
            <a:rect l="l" t="t" r="r" b="b"/>
            <a:pathLst>
              <a:path w="7286805" h="4226347">
                <a:moveTo>
                  <a:pt x="0" y="0"/>
                </a:moveTo>
                <a:lnTo>
                  <a:pt x="7286805" y="0"/>
                </a:lnTo>
                <a:lnTo>
                  <a:pt x="7286805" y="4226347"/>
                </a:lnTo>
                <a:lnTo>
                  <a:pt x="0" y="42263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10800000">
            <a:off x="10608400" y="6569971"/>
            <a:ext cx="8207737" cy="4760487"/>
          </a:xfrm>
          <a:custGeom>
            <a:avLst/>
            <a:gdLst/>
            <a:ahLst/>
            <a:cxnLst/>
            <a:rect l="l" t="t" r="r" b="b"/>
            <a:pathLst>
              <a:path w="8207737" h="4760487">
                <a:moveTo>
                  <a:pt x="0" y="0"/>
                </a:moveTo>
                <a:lnTo>
                  <a:pt x="8207737" y="0"/>
                </a:lnTo>
                <a:lnTo>
                  <a:pt x="8207737" y="4760487"/>
                </a:lnTo>
                <a:lnTo>
                  <a:pt x="0" y="476048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0" y="6172200"/>
            <a:ext cx="4302548" cy="4114800"/>
          </a:xfrm>
          <a:custGeom>
            <a:avLst/>
            <a:gdLst/>
            <a:ahLst/>
            <a:cxnLst/>
            <a:rect l="l" t="t" r="r" b="b"/>
            <a:pathLst>
              <a:path w="4302548" h="4114800">
                <a:moveTo>
                  <a:pt x="0" y="0"/>
                </a:moveTo>
                <a:lnTo>
                  <a:pt x="4302548" y="0"/>
                </a:lnTo>
                <a:lnTo>
                  <a:pt x="430254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10800000">
            <a:off x="13985452" y="107138"/>
            <a:ext cx="4302548" cy="4114800"/>
          </a:xfrm>
          <a:custGeom>
            <a:avLst/>
            <a:gdLst/>
            <a:ahLst/>
            <a:cxnLst/>
            <a:rect l="l" t="t" r="r" b="b"/>
            <a:pathLst>
              <a:path w="4302548" h="4114800">
                <a:moveTo>
                  <a:pt x="0" y="0"/>
                </a:moveTo>
                <a:lnTo>
                  <a:pt x="4302548" y="0"/>
                </a:lnTo>
                <a:lnTo>
                  <a:pt x="430254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150450" y="4375899"/>
            <a:ext cx="13752909" cy="13682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9"/>
              </a:lnSpc>
              <a:spcBef>
                <a:spcPct val="0"/>
              </a:spcBef>
            </a:pPr>
            <a:r>
              <a:rPr lang="en-US" sz="8007">
                <a:solidFill>
                  <a:srgbClr val="38B6FF"/>
                </a:solidFill>
                <a:latin typeface="Canva Sans"/>
                <a:ea typeface="Canva Sans"/>
                <a:cs typeface="Canva Sans"/>
                <a:sym typeface="Canva Sans"/>
              </a:rPr>
              <a:t>Digital Literacy for Students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2756708" y="8315534"/>
            <a:ext cx="4502592" cy="1345149"/>
          </a:xfrm>
          <a:custGeom>
            <a:avLst/>
            <a:gdLst/>
            <a:ahLst/>
            <a:cxnLst/>
            <a:rect l="l" t="t" r="r" b="b"/>
            <a:pathLst>
              <a:path w="4502592" h="1345149">
                <a:moveTo>
                  <a:pt x="0" y="0"/>
                </a:moveTo>
                <a:lnTo>
                  <a:pt x="4502592" y="0"/>
                </a:lnTo>
                <a:lnTo>
                  <a:pt x="4502592" y="1345149"/>
                </a:lnTo>
                <a:lnTo>
                  <a:pt x="0" y="13451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028700" y="1028700"/>
            <a:ext cx="4853855" cy="1450089"/>
          </a:xfrm>
          <a:custGeom>
            <a:avLst/>
            <a:gdLst/>
            <a:ahLst/>
            <a:cxnLst/>
            <a:rect l="l" t="t" r="r" b="b"/>
            <a:pathLst>
              <a:path w="4853855" h="1450089">
                <a:moveTo>
                  <a:pt x="0" y="0"/>
                </a:moveTo>
                <a:lnTo>
                  <a:pt x="4853855" y="0"/>
                </a:lnTo>
                <a:lnTo>
                  <a:pt x="4853855" y="1450089"/>
                </a:lnTo>
                <a:lnTo>
                  <a:pt x="0" y="14500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7427366">
            <a:off x="11269511" y="-211791"/>
            <a:ext cx="8134369" cy="2480983"/>
          </a:xfrm>
          <a:custGeom>
            <a:avLst/>
            <a:gdLst/>
            <a:ahLst/>
            <a:cxnLst/>
            <a:rect l="l" t="t" r="r" b="b"/>
            <a:pathLst>
              <a:path w="8134369" h="2480983">
                <a:moveTo>
                  <a:pt x="0" y="0"/>
                </a:moveTo>
                <a:lnTo>
                  <a:pt x="8134369" y="0"/>
                </a:lnTo>
                <a:lnTo>
                  <a:pt x="8134369" y="2480982"/>
                </a:lnTo>
                <a:lnTo>
                  <a:pt x="0" y="24809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0" y="0"/>
            <a:ext cx="18288000" cy="12385060"/>
          </a:xfrm>
          <a:custGeom>
            <a:avLst/>
            <a:gdLst/>
            <a:ahLst/>
            <a:cxnLst/>
            <a:rect l="l" t="t" r="r" b="b"/>
            <a:pathLst>
              <a:path w="9301080" h="12572448">
                <a:moveTo>
                  <a:pt x="0" y="0"/>
                </a:moveTo>
                <a:lnTo>
                  <a:pt x="9301080" y="0"/>
                </a:lnTo>
                <a:lnTo>
                  <a:pt x="9301080" y="12572448"/>
                </a:lnTo>
                <a:lnTo>
                  <a:pt x="0" y="1257244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0165" b="-804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Custom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Canva Sans</vt:lpstr>
      <vt:lpstr>Calibri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Literacy for Students</dc:title>
  <cp:lastModifiedBy>bira rout</cp:lastModifiedBy>
  <cp:revision>2</cp:revision>
  <dcterms:created xsi:type="dcterms:W3CDTF">2006-08-16T00:00:00Z</dcterms:created>
  <dcterms:modified xsi:type="dcterms:W3CDTF">2026-03-31T09:56:19Z</dcterms:modified>
  <dc:identifier>DAHFgSRK1Lk</dc:identifier>
</cp:coreProperties>
</file>