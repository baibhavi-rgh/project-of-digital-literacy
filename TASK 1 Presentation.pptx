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" charset="1" panose="020B05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8549"/>
            <a:ext cx="7286805" cy="4226347"/>
          </a:xfrm>
          <a:custGeom>
            <a:avLst/>
            <a:gdLst/>
            <a:ahLst/>
            <a:cxnLst/>
            <a:rect r="r" b="b" t="t" l="l"/>
            <a:pathLst>
              <a:path h="4226347" w="7286805">
                <a:moveTo>
                  <a:pt x="0" y="0"/>
                </a:moveTo>
                <a:lnTo>
                  <a:pt x="7286805" y="0"/>
                </a:lnTo>
                <a:lnTo>
                  <a:pt x="7286805" y="4226347"/>
                </a:lnTo>
                <a:lnTo>
                  <a:pt x="0" y="42263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0608400" y="6569971"/>
            <a:ext cx="8207737" cy="4760487"/>
          </a:xfrm>
          <a:custGeom>
            <a:avLst/>
            <a:gdLst/>
            <a:ahLst/>
            <a:cxnLst/>
            <a:rect r="r" b="b" t="t" l="l"/>
            <a:pathLst>
              <a:path h="4760487" w="8207737">
                <a:moveTo>
                  <a:pt x="0" y="0"/>
                </a:moveTo>
                <a:lnTo>
                  <a:pt x="8207737" y="0"/>
                </a:lnTo>
                <a:lnTo>
                  <a:pt x="8207737" y="4760487"/>
                </a:lnTo>
                <a:lnTo>
                  <a:pt x="0" y="4760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172200"/>
            <a:ext cx="4302548" cy="4114800"/>
          </a:xfrm>
          <a:custGeom>
            <a:avLst/>
            <a:gdLst/>
            <a:ahLst/>
            <a:cxnLst/>
            <a:rect r="r" b="b" t="t" l="l"/>
            <a:pathLst>
              <a:path h="4114800" w="4302548">
                <a:moveTo>
                  <a:pt x="0" y="0"/>
                </a:moveTo>
                <a:lnTo>
                  <a:pt x="4302548" y="0"/>
                </a:lnTo>
                <a:lnTo>
                  <a:pt x="4302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985452" y="107138"/>
            <a:ext cx="4302548" cy="4114800"/>
          </a:xfrm>
          <a:custGeom>
            <a:avLst/>
            <a:gdLst/>
            <a:ahLst/>
            <a:cxnLst/>
            <a:rect r="r" b="b" t="t" l="l"/>
            <a:pathLst>
              <a:path h="4114800" w="4302548">
                <a:moveTo>
                  <a:pt x="0" y="0"/>
                </a:moveTo>
                <a:lnTo>
                  <a:pt x="4302548" y="0"/>
                </a:lnTo>
                <a:lnTo>
                  <a:pt x="4302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50450" y="4375899"/>
            <a:ext cx="13752909" cy="136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9"/>
              </a:lnSpc>
              <a:spcBef>
                <a:spcPct val="0"/>
              </a:spcBef>
            </a:pPr>
            <a:r>
              <a:rPr lang="en-US" sz="8007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Digital Literacy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56708" y="8315534"/>
            <a:ext cx="4502592" cy="1345149"/>
          </a:xfrm>
          <a:custGeom>
            <a:avLst/>
            <a:gdLst/>
            <a:ahLst/>
            <a:cxnLst/>
            <a:rect r="r" b="b" t="t" l="l"/>
            <a:pathLst>
              <a:path h="1345149" w="4502592">
                <a:moveTo>
                  <a:pt x="0" y="0"/>
                </a:moveTo>
                <a:lnTo>
                  <a:pt x="4502592" y="0"/>
                </a:lnTo>
                <a:lnTo>
                  <a:pt x="4502592" y="1345149"/>
                </a:lnTo>
                <a:lnTo>
                  <a:pt x="0" y="1345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4853855" cy="1450089"/>
          </a:xfrm>
          <a:custGeom>
            <a:avLst/>
            <a:gdLst/>
            <a:ahLst/>
            <a:cxnLst/>
            <a:rect r="r" b="b" t="t" l="l"/>
            <a:pathLst>
              <a:path h="1450089" w="4853855">
                <a:moveTo>
                  <a:pt x="0" y="0"/>
                </a:moveTo>
                <a:lnTo>
                  <a:pt x="4853855" y="0"/>
                </a:lnTo>
                <a:lnTo>
                  <a:pt x="4853855" y="1450089"/>
                </a:lnTo>
                <a:lnTo>
                  <a:pt x="0" y="1450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27366">
            <a:off x="11269511" y="-211791"/>
            <a:ext cx="8134369" cy="2480983"/>
          </a:xfrm>
          <a:custGeom>
            <a:avLst/>
            <a:gdLst/>
            <a:ahLst/>
            <a:cxnLst/>
            <a:rect r="r" b="b" t="t" l="l"/>
            <a:pathLst>
              <a:path h="2480983" w="8134369">
                <a:moveTo>
                  <a:pt x="0" y="0"/>
                </a:moveTo>
                <a:lnTo>
                  <a:pt x="8134369" y="0"/>
                </a:lnTo>
                <a:lnTo>
                  <a:pt x="8134369" y="2480982"/>
                </a:lnTo>
                <a:lnTo>
                  <a:pt x="0" y="2480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55628" y="-187387"/>
            <a:ext cx="9301080" cy="12572448"/>
          </a:xfrm>
          <a:custGeom>
            <a:avLst/>
            <a:gdLst/>
            <a:ahLst/>
            <a:cxnLst/>
            <a:rect r="r" b="b" t="t" l="l"/>
            <a:pathLst>
              <a:path h="12572448" w="9301080">
                <a:moveTo>
                  <a:pt x="0" y="0"/>
                </a:moveTo>
                <a:lnTo>
                  <a:pt x="9301080" y="0"/>
                </a:lnTo>
                <a:lnTo>
                  <a:pt x="9301080" y="12572448"/>
                </a:lnTo>
                <a:lnTo>
                  <a:pt x="0" y="12572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165" r="0" b="-80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DAHFgSRK1Lk</dc:identifier>
  <dcterms:modified xsi:type="dcterms:W3CDTF">2011-08-01T06:04:30Z</dcterms:modified>
  <cp:revision>1</cp:revision>
  <dc:title>Digital Literacy for Students</dc:title>
</cp:coreProperties>
</file>